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c5773f0f6c41c5" /><Relationship Type="http://schemas.openxmlformats.org/officeDocument/2006/relationships/extended-properties" Target="/docProps/app.xml" Id="R8a22d0f4b1934505" /><Relationship Type="http://schemas.openxmlformats.org/officeDocument/2006/relationships/officeDocument" Target="/ppt/presentation.xml" Id="R9c99507e59af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8950540164ade"/>
  </p:sldMasterIdLst>
  <p:notesMasterIdLst>
    <p:notesMasterId xmlns:r="http://schemas.openxmlformats.org/officeDocument/2006/relationships" r:id="Rba03b1eabfd94ea9"/>
  </p:notesMasterIdLst>
  <p:sldIdLst>
    <p:sldId xmlns:r="http://schemas.openxmlformats.org/officeDocument/2006/relationships" id="256" r:id="R5ccb8cf6f1df4c69"/>
    <p:sldId xmlns:r="http://schemas.openxmlformats.org/officeDocument/2006/relationships" id="257" r:id="Ra8116694f8714b0c"/>
    <p:sldId xmlns:r="http://schemas.openxmlformats.org/officeDocument/2006/relationships" id="258" r:id="Rf28205e42564470d"/>
    <p:sldId xmlns:r="http://schemas.openxmlformats.org/officeDocument/2006/relationships" id="259" r:id="R7c969884b0d24b8c"/>
    <p:sldId xmlns:r="http://schemas.openxmlformats.org/officeDocument/2006/relationships" id="260" r:id="Ra676f42420af4a42"/>
    <p:sldId xmlns:r="http://schemas.openxmlformats.org/officeDocument/2006/relationships" id="261" r:id="R4eab29da1fd1447f"/>
    <p:sldId xmlns:r="http://schemas.openxmlformats.org/officeDocument/2006/relationships" id="262" r:id="R08a26de8a88d4697"/>
    <p:sldId xmlns:r="http://schemas.openxmlformats.org/officeDocument/2006/relationships" id="263" r:id="R01c6ea3c55ba47ea"/>
    <p:sldId xmlns:r="http://schemas.openxmlformats.org/officeDocument/2006/relationships" id="264" r:id="R2e631417d08a40f1"/>
    <p:sldId xmlns:r="http://schemas.openxmlformats.org/officeDocument/2006/relationships" id="265" r:id="R164f570493a949e4"/>
    <p:sldId xmlns:r="http://schemas.openxmlformats.org/officeDocument/2006/relationships" id="266" r:id="Rb1e7a64eeb2d43a0"/>
    <p:sldId xmlns:r="http://schemas.openxmlformats.org/officeDocument/2006/relationships" id="267" r:id="R839b60ad3179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42ef38ba3d4b54" /><Relationship Type="http://schemas.openxmlformats.org/officeDocument/2006/relationships/slideMaster" Target="/ppt/slideMasters/slideMaster1.xml" Id="Re4c8950540164ade" /><Relationship Type="http://schemas.openxmlformats.org/officeDocument/2006/relationships/notesMaster" Target="/ppt/notesMasters/notesMaster1.xml" Id="Rba03b1eabfd94ea9" /><Relationship Type="http://schemas.openxmlformats.org/officeDocument/2006/relationships/presProps" Target="/ppt/presProps.xml" Id="Rdbb43696e2f74b79" /><Relationship Type="http://schemas.openxmlformats.org/officeDocument/2006/relationships/tableStyles" Target="/ppt/tableStyles.xml" Id="Raf4901b125b84448" /><Relationship Type="http://schemas.openxmlformats.org/officeDocument/2006/relationships/slide" Target="/ppt/slides/slide1.xml" Id="R5ccb8cf6f1df4c69" /><Relationship Type="http://schemas.openxmlformats.org/officeDocument/2006/relationships/slide" Target="/ppt/slides/slide2.xml" Id="Ra8116694f8714b0c" /><Relationship Type="http://schemas.openxmlformats.org/officeDocument/2006/relationships/slide" Target="/ppt/slides/slide3.xml" Id="Rf28205e42564470d" /><Relationship Type="http://schemas.openxmlformats.org/officeDocument/2006/relationships/slide" Target="/ppt/slides/slide4.xml" Id="R7c969884b0d24b8c" /><Relationship Type="http://schemas.openxmlformats.org/officeDocument/2006/relationships/slide" Target="/ppt/slides/slide5.xml" Id="Ra676f42420af4a42" /><Relationship Type="http://schemas.openxmlformats.org/officeDocument/2006/relationships/slide" Target="/ppt/slides/slide6.xml" Id="R4eab29da1fd1447f" /><Relationship Type="http://schemas.openxmlformats.org/officeDocument/2006/relationships/slide" Target="/ppt/slides/slide7.xml" Id="R08a26de8a88d4697" /><Relationship Type="http://schemas.openxmlformats.org/officeDocument/2006/relationships/slide" Target="/ppt/slides/slide8.xml" Id="R01c6ea3c55ba47ea" /><Relationship Type="http://schemas.openxmlformats.org/officeDocument/2006/relationships/slide" Target="/ppt/slides/slide9.xml" Id="R2e631417d08a40f1" /><Relationship Type="http://schemas.openxmlformats.org/officeDocument/2006/relationships/slide" Target="/ppt/slides/slide10.xml" Id="R164f570493a949e4" /><Relationship Type="http://schemas.openxmlformats.org/officeDocument/2006/relationships/slide" Target="/ppt/slides/slide11.xml" Id="Rb1e7a64eeb2d43a0" /><Relationship Type="http://schemas.openxmlformats.org/officeDocument/2006/relationships/slide" Target="/ppt/slides/slide12.xml" Id="R839b60ad3179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1bb8661ef4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89ee4d9c334348" /><Relationship Type="http://schemas.openxmlformats.org/officeDocument/2006/relationships/notesMaster" Target="/ppt/notesMasters/notesMaster1.xml" Id="Re10480d27e8a4b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cf4362ea7f4011" /><Relationship Type="http://schemas.openxmlformats.org/officeDocument/2006/relationships/notesMaster" Target="/ppt/notesMasters/notesMaster1.xml" Id="Rea5fb0b5202d40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a62644f874954" /><Relationship Type="http://schemas.openxmlformats.org/officeDocument/2006/relationships/notesMaster" Target="/ppt/notesMasters/notesMaster1.xml" Id="R778b9030b6b9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d14c1e91004d20" /><Relationship Type="http://schemas.openxmlformats.org/officeDocument/2006/relationships/notesMaster" Target="/ppt/notesMasters/notesMaster1.xml" Id="Ra538a9257a9040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800dfa9c044eeb" /><Relationship Type="http://schemas.openxmlformats.org/officeDocument/2006/relationships/notesMaster" Target="/ppt/notesMasters/notesMaster1.xml" Id="Ra045125bcb4c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0c332682df4f87" /><Relationship Type="http://schemas.openxmlformats.org/officeDocument/2006/relationships/notesMaster" Target="/ppt/notesMasters/notesMaster1.xml" Id="R83dd421dd3c6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c9339fd4db4d60" /><Relationship Type="http://schemas.openxmlformats.org/officeDocument/2006/relationships/notesMaster" Target="/ppt/notesMasters/notesMaster1.xml" Id="R21156c52855e42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98d9dbfa774cbb" /><Relationship Type="http://schemas.openxmlformats.org/officeDocument/2006/relationships/notesMaster" Target="/ppt/notesMasters/notesMaster1.xml" Id="Re095572255ab4f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d8c24d96634957" /><Relationship Type="http://schemas.openxmlformats.org/officeDocument/2006/relationships/notesMaster" Target="/ppt/notesMasters/notesMaster1.xml" Id="Rdd6a1cc5520f4b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556d668ee4ae1" /><Relationship Type="http://schemas.openxmlformats.org/officeDocument/2006/relationships/notesMaster" Target="/ppt/notesMasters/notesMaster1.xml" Id="R62b7f3c999f54b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09f99d3ea2435d" /><Relationship Type="http://schemas.openxmlformats.org/officeDocument/2006/relationships/notesMaster" Target="/ppt/notesMasters/notesMaster1.xml" Id="R97aecc9e5f1742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a29b6ee1074348" /><Relationship Type="http://schemas.openxmlformats.org/officeDocument/2006/relationships/notesMaster" Target="/ppt/notesMasters/notesMaster1.xml" Id="R34118a4dd4c3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因为专家大量动作不符合旧姿态门槛，速度优势被处罚抵消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dd13bc5924c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48ce76d4f4d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15f052e0a94c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ee13ced1047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3570f97aa4c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157687fcc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39E742-30F7-4B31-A706-3E0697B5DB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193BB2-9549-4FCE-A3D1-941A0D2B01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D5E018-921E-4A84-A8BB-418CD662B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C9803B-1D5C-48C7-A15B-AB6346F997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BE1C11-3F88-4F4B-8F90-AA3289E73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07417-6E8F-42DC-9952-D5F8BB945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E6211D-C376-45B2-B19C-36F839846A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C60E8D-C00E-4D60-8109-2528B0B430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49EB6-6BC3-4A95-9007-E9577811D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2CAED-2077-4B88-BEAC-5487BE3702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33a1cf10c4a0e" /><Relationship Type="http://schemas.openxmlformats.org/officeDocument/2006/relationships/slideLayout" Target="/ppt/slideLayouts/slideLayout1.xml" Id="Rbb95550d4faf4c50" /><Relationship Type="http://schemas.openxmlformats.org/officeDocument/2006/relationships/slideLayout" Target="/ppt/slideLayouts/slideLayout2.xml" Id="R71ce1d63768747a5" /><Relationship Type="http://schemas.openxmlformats.org/officeDocument/2006/relationships/slideLayout" Target="/ppt/slideLayouts/slideLayout3.xml" Id="Rf2fa247201cf4533" /><Relationship Type="http://schemas.openxmlformats.org/officeDocument/2006/relationships/slideLayout" Target="/ppt/slideLayouts/slideLayout4.xml" Id="R526343da9b1a457b" /><Relationship Type="http://schemas.openxmlformats.org/officeDocument/2006/relationships/slideLayout" Target="/ppt/slideLayouts/slideLayout5.xml" Id="Rd55156c1c2ce4bb5" /><Relationship Type="http://schemas.openxmlformats.org/officeDocument/2006/relationships/slideLayout" Target="/ppt/slideLayouts/slideLayout6.xml" Id="Ra7d9d66fe36f41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5550d4faf4c50"/>
    <p:sldLayoutId xmlns:r="http://schemas.openxmlformats.org/officeDocument/2006/relationships" id="2147483650" r:id="R71ce1d63768747a5"/>
    <p:sldLayoutId xmlns:r="http://schemas.openxmlformats.org/officeDocument/2006/relationships" id="2147483651" r:id="Rf2fa247201cf4533"/>
    <p:sldLayoutId xmlns:r="http://schemas.openxmlformats.org/officeDocument/2006/relationships" id="2147483652" r:id="R526343da9b1a457b"/>
    <p:sldLayoutId xmlns:r="http://schemas.openxmlformats.org/officeDocument/2006/relationships" id="2147483653" r:id="Rd55156c1c2ce4bb5"/>
    <p:sldLayoutId xmlns:r="http://schemas.openxmlformats.org/officeDocument/2006/relationships" id="2147483654" r:id="Ra7d9d66fe36f41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2ddd629c74a04" /><Relationship Type="http://schemas.openxmlformats.org/officeDocument/2006/relationships/notesSlide" Target="/ppt/notesSlides/notesSlide1.xml" Id="Rf30c17f297bf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30febf6964c92" /><Relationship Type="http://schemas.openxmlformats.org/officeDocument/2006/relationships/image" Target="/ppt/media/image.jpeg" Id="R002e3fc11d034f9e" /><Relationship Type="http://schemas.openxmlformats.org/officeDocument/2006/relationships/notesSlide" Target="/ppt/notesSlides/notesSlide2.xml" Id="R9ab8daa483134b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f97cec2124365" /><Relationship Type="http://schemas.openxmlformats.org/officeDocument/2006/relationships/notesSlide" Target="/ppt/notesSlides/notesSlide3.xml" Id="Rb28bcf533b9847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bfa18857d4cc7" /><Relationship Type="http://schemas.openxmlformats.org/officeDocument/2006/relationships/notesSlide" Target="/ppt/notesSlides/notesSlide4.xml" Id="R0996428753a248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7853a8bd54a20" /><Relationship Type="http://schemas.openxmlformats.org/officeDocument/2006/relationships/chart" Target="/ppt/slides/charts/chart1.xml" Id="Ra2ed0038c54f40ea" /><Relationship Type="http://schemas.openxmlformats.org/officeDocument/2006/relationships/notesSlide" Target="/ppt/notesSlides/notesSlide5.xml" Id="R318bcc0ca81a4c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4e058e7b347f7" /><Relationship Type="http://schemas.openxmlformats.org/officeDocument/2006/relationships/chart" Target="/ppt/slides/charts/chart2.xml" Id="Rc0f0c7da2c464f0c" /><Relationship Type="http://schemas.openxmlformats.org/officeDocument/2006/relationships/notesSlide" Target="/ppt/notesSlides/notesSlide6.xml" Id="Re49a9c3640c043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6e2519aa84112" /><Relationship Type="http://schemas.openxmlformats.org/officeDocument/2006/relationships/chart" Target="/ppt/slides/charts/chart3.xml" Id="R7cf01007a45b4ff0" /><Relationship Type="http://schemas.openxmlformats.org/officeDocument/2006/relationships/chart" Target="/ppt/slides/charts/chart4.xml" Id="R5727fa0980ef4fba" /><Relationship Type="http://schemas.openxmlformats.org/officeDocument/2006/relationships/notesSlide" Target="/ppt/notesSlides/notesSlide7.xml" Id="Rdf33d91fe68243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46bd2b40d4f91" /><Relationship Type="http://schemas.openxmlformats.org/officeDocument/2006/relationships/notesSlide" Target="/ppt/notesSlides/notesSlide8.xml" Id="R40473c2881c041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59673d0494bda" /><Relationship Type="http://schemas.openxmlformats.org/officeDocument/2006/relationships/notesSlide" Target="/ppt/notesSlides/notesSlide9.xml" Id="Rec6c338b646843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a32b9fbee4b57" /><Relationship Type="http://schemas.openxmlformats.org/officeDocument/2006/relationships/notesSlide" Target="/ppt/notesSlides/notesSlide10.xml" Id="R5de9939af00d42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4396dad924578" /><Relationship Type="http://schemas.openxmlformats.org/officeDocument/2006/relationships/notesSlide" Target="/ppt/notesSlides/notesSlide11.xml" Id="R7201b52c6f0345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31a70c35d4f78" /><Relationship Type="http://schemas.openxmlformats.org/officeDocument/2006/relationships/notesSlide" Target="/ppt/notesSlides/notesSlide12.xml" Id="Rf297c7b1c64e43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Data'!$A$2:$A$32</c:f>
              <c:numCache>
                <c:formatCode>General</c:formatCode>
                <c:ptCount val="31"/>
                <c:pt idx="0">
                  <c:v>1</c:v>
                </c:pt>
                <c:pt idx="1">
                  <c:v>29</c:v>
                </c:pt>
                <c:pt idx="2">
                  <c:v>53</c:v>
                </c:pt>
                <c:pt idx="3">
                  <c:v>75</c:v>
                </c:pt>
                <c:pt idx="4">
                  <c:v>95</c:v>
                </c:pt>
                <c:pt idx="5">
                  <c:v>115</c:v>
                </c:pt>
                <c:pt idx="6">
                  <c:v>132</c:v>
                </c:pt>
                <c:pt idx="7">
                  <c:v>148</c:v>
                </c:pt>
                <c:pt idx="8">
                  <c:v>164</c:v>
                </c:pt>
                <c:pt idx="9">
                  <c:v>180</c:v>
                </c:pt>
                <c:pt idx="10">
                  <c:v>196</c:v>
                </c:pt>
                <c:pt idx="11">
                  <c:v>212</c:v>
                </c:pt>
                <c:pt idx="12">
                  <c:v>228</c:v>
                </c:pt>
                <c:pt idx="13">
                  <c:v>244</c:v>
                </c:pt>
                <c:pt idx="14">
                  <c:v>260</c:v>
                </c:pt>
                <c:pt idx="15">
                  <c:v>276</c:v>
                </c:pt>
                <c:pt idx="16">
                  <c:v>292</c:v>
                </c:pt>
                <c:pt idx="17">
                  <c:v>308</c:v>
                </c:pt>
                <c:pt idx="18">
                  <c:v>324</c:v>
                </c:pt>
                <c:pt idx="19">
                  <c:v>340</c:v>
                </c:pt>
                <c:pt idx="20">
                  <c:v>356</c:v>
                </c:pt>
                <c:pt idx="21">
                  <c:v>372</c:v>
                </c:pt>
                <c:pt idx="22">
                  <c:v>388</c:v>
                </c:pt>
                <c:pt idx="23">
                  <c:v>404</c:v>
                </c:pt>
                <c:pt idx="24">
                  <c:v>420</c:v>
                </c:pt>
                <c:pt idx="25">
                  <c:v>436</c:v>
                </c:pt>
                <c:pt idx="26">
                  <c:v>452</c:v>
                </c:pt>
                <c:pt idx="27">
                  <c:v>468</c:v>
                </c:pt>
                <c:pt idx="28">
                  <c:v>484</c:v>
                </c:pt>
                <c:pt idx="29">
                  <c:v>500</c:v>
                </c:pt>
                <c:pt idx="30">
                  <c:v>512</c:v>
                </c:pt>
              </c:numCache>
            </c:numRef>
          </c:xVal>
          <c:yVal>
            <c:numRef>
              <c:f>'Chart Data'!$B$2:$B$32</c:f>
              <c:numCache>
                <c:formatCode>General</c:formatCode>
                <c:ptCount val="31"/>
                <c:pt idx="0">
                  <c:v>-9.695274</c:v>
                </c:pt>
                <c:pt idx="1">
                  <c:v>-21.875286</c:v>
                </c:pt>
                <c:pt idx="2">
                  <c:v>-36.214269</c:v>
                </c:pt>
                <c:pt idx="3">
                  <c:v>-40.187376</c:v>
                </c:pt>
                <c:pt idx="4">
                  <c:v>-45.733682</c:v>
                </c:pt>
                <c:pt idx="5">
                  <c:v>-45.529882</c:v>
                </c:pt>
                <c:pt idx="6">
                  <c:v>-46.180762</c:v>
                </c:pt>
                <c:pt idx="7">
                  <c:v>-45.758357</c:v>
                </c:pt>
                <c:pt idx="8">
                  <c:v>-52.054057</c:v>
                </c:pt>
                <c:pt idx="9">
                  <c:v>-51.22803</c:v>
                </c:pt>
                <c:pt idx="10">
                  <c:v>-50.068916</c:v>
                </c:pt>
                <c:pt idx="11">
                  <c:v>-39.284856</c:v>
                </c:pt>
                <c:pt idx="12">
                  <c:v>-32.483026</c:v>
                </c:pt>
                <c:pt idx="13">
                  <c:v>-24.145295</c:v>
                </c:pt>
                <c:pt idx="14">
                  <c:v>-18.459542</c:v>
                </c:pt>
                <c:pt idx="15">
                  <c:v>-13.29619</c:v>
                </c:pt>
                <c:pt idx="16">
                  <c:v>-6.712887</c:v>
                </c:pt>
                <c:pt idx="17">
                  <c:v>-0.736854</c:v>
                </c:pt>
                <c:pt idx="18">
                  <c:v>5.783727</c:v>
                </c:pt>
                <c:pt idx="19">
                  <c:v>9.085267</c:v>
                </c:pt>
                <c:pt idx="20">
                  <c:v>11.104045</c:v>
                </c:pt>
                <c:pt idx="21">
                  <c:v>21.708608</c:v>
                </c:pt>
                <c:pt idx="22">
                  <c:v>59.273752</c:v>
                </c:pt>
                <c:pt idx="23">
                  <c:v>92.058312</c:v>
                </c:pt>
                <c:pt idx="24">
                  <c:v>119.338353</c:v>
                </c:pt>
                <c:pt idx="25">
                  <c:v>128.566722</c:v>
                </c:pt>
                <c:pt idx="26">
                  <c:v>135.245484</c:v>
                </c:pt>
                <c:pt idx="27">
                  <c:v>135.681198</c:v>
                </c:pt>
                <c:pt idx="28">
                  <c:v>134.833582</c:v>
                </c:pt>
                <c:pt idx="29">
                  <c:v>138.191203</c:v>
                </c:pt>
                <c:pt idx="30">
                  <c:v>142.410228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v3</c:v>
                </c:pt>
                <c:pt idx="1">
                  <c:v>v4</c:v>
                </c:pt>
                <c:pt idx="2">
                  <c:v>v16</c:v>
                </c:pt>
                <c:pt idx="3">
                  <c:v>v33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75.27</c:v>
                </c:pt>
                <c:pt idx="1">
                  <c:v>65.63</c:v>
                </c:pt>
                <c:pt idx="2">
                  <c:v>50.17</c:v>
                </c:pt>
                <c:pt idx="3">
                  <c:v>45.4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1450.95</c:v>
                </c:pt>
                <c:pt idx="1">
                  <c:v>1877.42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2300.67</c:v>
                </c:pt>
                <c:pt idx="1">
                  <c:v>2055.8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D7B5341-7F87-4044-8001-55A52BD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41D7A59-BED3-4A16-916F-767F943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4126C27-C31A-46C3-ABCD-FA92ACAD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80903DB-3B94-4458-A450-03D73165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E89BD7A-7E33-4F65-8E9A-EC22CC20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A98D4F3-B144-4EC3-B52A-FEBB375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1430593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0A92E9-46B5-4550-A5F9-FA48B573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D7BA98-3435-47ED-9E50-E13F665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4B38584-8C73-4E81-A0F3-1C571A98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3986497-B06E-49A2-A2C1-6F48A82F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7B8219A-D314-4753-83A6-A334B602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92BD592-BF42-405A-9B4C-A5C3C04E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B0BDB1E-5967-4F22-A13C-C227DF34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28C281B-A242-4D6B-B30A-E55E7A62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5210417-F083-4088-A8FF-3FE64590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64829DB-7BCC-420A-8474-1D27D06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C694A-3944-4389-872E-E9E20C9AA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e3fc11d034f9e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CFFC368-8CBA-4807-B8CB-69251FBA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680388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144E53-5FB9-43CA-95DF-7F5A0AA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394713-CA14-4914-880F-EA50C53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A082D0E-A249-414A-8574-9B391E8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CBC90AF-4166-4190-BC17-351E96E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586E328-E153-4210-8251-297862A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C123538-1DF6-492E-A5DE-564B8B5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6893674-6253-48B4-8594-994E2EA8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61031C7-5856-48CB-8992-B7483F57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0D0F071-C011-4F20-AECB-E06BB13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03A77E8-2B87-4B6F-8105-8F686FC5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5EDBEBE-EF33-4228-BE68-B1D0C2FB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BDFF3DC0-1AB2-4048-BDCA-DBA75E54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06DDF846-5028-4001-80CD-07AD8620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FEE8AA84-8F10-422F-970A-864A7DB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5C9ABC2F-1646-4C88-AE8D-2EC6AB7A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6561A1F-A34F-4313-9490-7BC5F682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682487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7A01CA-D2A8-4BD5-B202-8B9E60CF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07D533-A829-4497-ADB7-9D3F8595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2D15C92-2A54-409F-A812-D7CE0E9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86AE8C0-EA48-42EA-AB13-9B11CB1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B13654C-5112-4E9F-9B69-6F6ED16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6146039-BA1D-4439-88E0-EC4E3BB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13AB110-B134-421E-BE63-41A28DC6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5C5AD4B-98FB-4125-A1DE-5CAAD71A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460B6C0-DE12-40BF-AED0-7212F6C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614236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F8D8E2-CB31-4FD8-B729-F277613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F519EF-6EEE-4F75-A384-D361830A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49E5341-0E28-4DCE-AE77-0CF4782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4ACDE38-1D25-4EA0-8677-8BD0DEE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6453A49-1712-4688-ADFB-CCE9094C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500D9E6-64AF-41EA-B6B3-497F403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EED62AA-8042-4A7A-9CF1-B60EE11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7B5A2BE-ED6D-4BF4-B67C-F8E33DDD776B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ed0038c54f40ea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B6A15B8-581D-4B05-A205-64771A6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497818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FD67B5-DAE8-4CAF-B218-8E4F746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DC5AD7-920A-4297-A285-BC45DD3E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BA6AA79-3466-4301-AB21-63968779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3AE7112-FD97-4AE9-A4D4-D7DB7853BC9A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f0c7da2c464f0c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E4393E-6D56-4BE2-8662-A7D02E3E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E27D9B-7471-4526-AB02-720C225E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9E26384-2608-4288-BAC8-65B1978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817F327-49E7-446B-90DA-50A47BA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65392D5-539A-423B-B3EA-DEEA01A4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863421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BD08D-235A-4B10-9A78-8C36A65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2A9CEA-C5B3-49E4-BF0D-3D0637E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CA316A4-A5DC-42CA-8BCB-CB8B4859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D6AA39D-0EB8-4E90-82F2-82C34899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AABC24C-A645-4D32-97B6-09B5B215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DF11E95-3D77-4AA4-8540-FC6FCB6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AC08A1D-E0C5-49B0-BDAB-7066D9A8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C4738973-2B2A-48F6-9479-B350347E212A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f01007a45b4ff0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12265A-7283-4240-B400-B2159A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484F2CEA-2C19-41DF-8465-E6387645A0F1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27fa0980ef4fba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9E39364-16E2-493A-B3DB-D1E469A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550237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6CE5BD-968E-4DDF-950F-9F4D784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3BD00F-3646-40B9-8737-429AE32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7A33291-00CC-4E0F-81FA-7EBD5A7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D8A6B2D-61FB-41D2-8D23-E602B9B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49399D6-CC1F-44C3-B709-4C51C74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00DA8-F616-4B45-961C-640BEB932216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79239D6-E360-4F03-A641-48FE9F3B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1281166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CC28F2-D1CA-474D-AB88-898DD1D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6994E6-61A8-4B33-A1CC-AF28951A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1621A45-7381-4CD6-B232-551116C9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2C4AEA0-25B2-47CB-A257-2B021C1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96FE076-8574-498C-A4DE-5A73B74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D9206F9-1B78-475B-B4AA-BCBBE3C1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AC420-ACE3-426C-A582-37AEE9ABB658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0ECF976-CC1F-488D-BA47-8BDAB5F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1027105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D9584-1BCF-46A0-9A47-BC50702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B53CFC-193A-4D89-8E69-7D212A0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270D44C-B55C-43AE-99D6-5E8728E2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CDA3F26-9B76-47A5-B74C-5932509F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B7DD514-82F7-4BC7-96D6-913CB7D5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5F6413E-B2A2-4CA7-9C02-13602F1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9A94B-05A8-4D10-8C18-E4AD6E906B60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CD81A21-EB3D-4DFC-95D5-E1A2EC20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4854197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14188-2ACA-4FC5-B64D-640BD232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FFFEBD-87C4-4195-ABCE-CD7182E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D971F-4817-4BA0-A5F9-EBFA71D8A6FD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E52DB2-6306-45C8-A0D7-05EF149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337245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4B039-043F-48F0-9CD3-F569F5CB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485372-A7F0-4D95-8D96-B17E6145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81203B7-CE97-44C7-A1BC-448E8C36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2B0B3D0-EFC8-4B7D-A4FD-01CBA3E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DCEBD04-CB26-4788-91D9-8A1202ED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6259977-D32D-4103-9304-D6E92377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5115772-8F7B-4B75-AD19-B1C2BF0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5C38DAA-5B49-4A31-8FB0-58C77EA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5E929381-E736-467B-B71F-C5DE75A6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8F02A65-CF1F-4E7B-84AB-78BEDB2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02DD805-BBEC-4AC3-8658-6D278AA5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738117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2026-10-13T06:08:31.2100000Z</dcterms:created>
  <dcterms:modified xsi:type="dcterms:W3CDTF">2026-10-13T06:08:31.2100000Z</dcterms:modified>
</coreProperties>
</file>